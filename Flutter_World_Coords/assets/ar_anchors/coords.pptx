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62" d="100"/>
          <a:sy n="162" d="100"/>
        </p:scale>
        <p:origin x="-3456" y="-3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E1414-0D37-2541-D964-EE63B1937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B1013-43EC-F2F0-A71A-24721EE29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56B26-E82F-9C3C-49F1-E5D8E9B9D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98D10-304A-02CB-1ECD-A1D83376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0577D-F714-7CF0-55E0-78B1D617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185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FA132-6FB4-3C9D-1D28-03F31DB25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00DED-A0FA-3F8A-9AE9-A2EE36DED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1AC00-1DFD-39FE-D273-0F97AAE5E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1C6CD-6897-6194-A31A-73E83876D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6FC94-C2DB-1531-5DDA-985F4FD0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9419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D5FA-450B-ACB7-8797-77077A6CC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0B7AE-0947-9BFA-9279-EB06CF76E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A1268-2698-CD40-FC97-9206A118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6F278-8DC1-CFA2-507A-998FD18E3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ECE8-297B-49C5-D1C2-CDAFDD75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867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DDB0-B28D-F402-EBA3-8DA275C4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26F1A-951F-9FC1-DE8D-5B0CFF801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C8826-B0D6-BB4C-0F32-C21A1A86F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1B8FC-EC19-CC81-9D42-7C3F7FEB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56340-1BFC-2FAE-8C30-A4C3C2417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4A751-3AD3-8982-2C57-49A7662A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097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34C1-4F7A-A92C-9CFF-DDB1EFF5C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D1EE3-EAE6-1B05-C3C6-357B0C115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54946-F02F-A4F3-D90F-BD28181F2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D284C-E4F7-427D-7CEF-D2DB3915E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BFF72-D56F-1671-3751-46FBE08E0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7C996-2B9E-47B8-4CA8-CC3F17E1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E9E4AF-06F1-D274-E84D-82A85646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33B473-5838-23D5-C64A-EA5747DD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088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934C-C5D9-FFB2-6325-27774BC3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50591-45F5-F1B1-0E9A-BFAA8C966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F6759-A5D0-5125-6D4B-8C83B1AE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1964C-5727-6E84-FD5A-2A60C933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6548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D87A6-3B32-34F8-CF5B-66297C99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F768-4FD7-4B49-03BB-7D249E76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9AD1C-ECA5-2EBF-EFE4-DF7D2FE3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586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BC882-A7B1-09BD-BEF9-55ACD3C97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FBB46-29A2-F07A-676F-1B6E24256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44F57-4F6D-1D79-E22E-1FBB9D0F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9B16C-2A5A-0626-836A-CD98CBE3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00C09-34D9-C1C5-BF5D-E187C9394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F5C72-C9BD-89AF-64A5-5E43599A4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559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462B-065A-1DED-1F85-B9E3F7F4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8FAB68-AAD2-3E50-4AAC-F5E829201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28C80-7719-61A5-F1BE-6D582D464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9347D-92CE-7459-4232-71F47275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3978B-8ECA-399A-7360-49A3BBE93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B9A53-08B1-6661-A091-C25ED9F2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867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DF31-5369-B918-BF12-604153452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805F2-7AAD-F00A-3473-C39456BEC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95D43-7FB1-E21C-0BC8-D35A8E6B7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92E36-0349-7267-D124-4C41115D6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AC51B-DFB8-45DE-5D4B-86866BEF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200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1EE454-E061-AE77-6DB1-0400DEF72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048E9-0060-AD41-F0AB-86B666E17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216DA-AA5B-2491-C6A8-615053C0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C1C1A-91F0-1654-F60B-DFE53FEEF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FB5D6-7A59-A72C-7C9E-24A44E940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807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A79CAF-4469-5CEB-8445-918F73255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663DA-7AAE-F9BC-18E4-E7DE108C6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9B731-754E-B705-4EA7-2638667E6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30438-A000-4893-8396-B89A67D1DA9F}" type="datetimeFigureOut">
              <a:rPr lang="pt-PT" smtClean="0"/>
              <a:t>21/05/2026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7057-4B7D-9907-3086-72F3C4866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F9302-3AAB-92A9-D060-7CFC17006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EE337-88BE-40E2-A178-D57A960132C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8412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15E013-F0E9-3497-7F0E-6CA2EDA2A9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25" t="23229" r="11437" b="16310"/>
          <a:stretch>
            <a:fillRect/>
          </a:stretch>
        </p:blipFill>
        <p:spPr>
          <a:xfrm>
            <a:off x="1575880" y="1695091"/>
            <a:ext cx="9221821" cy="391600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F280AC0-FCF3-3CC4-74CA-A84694C43A89}"/>
              </a:ext>
            </a:extLst>
          </p:cNvPr>
          <p:cNvCxnSpPr>
            <a:cxnSpLocks/>
          </p:cNvCxnSpPr>
          <p:nvPr/>
        </p:nvCxnSpPr>
        <p:spPr>
          <a:xfrm flipH="1" flipV="1">
            <a:off x="3181208" y="3463217"/>
            <a:ext cx="2510485" cy="2431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65BAB3D-BEAC-3E67-3B28-700E83D6B239}"/>
              </a:ext>
            </a:extLst>
          </p:cNvPr>
          <p:cNvCxnSpPr>
            <a:cxnSpLocks/>
          </p:cNvCxnSpPr>
          <p:nvPr/>
        </p:nvCxnSpPr>
        <p:spPr>
          <a:xfrm>
            <a:off x="5669139" y="3727294"/>
            <a:ext cx="2259001" cy="19639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BA7A320-B150-5AAE-6DAB-619E73546738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5656844" y="1402526"/>
            <a:ext cx="34850" cy="221243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BE7333B-228B-D653-B8CB-0C12C8699ED5}"/>
              </a:ext>
            </a:extLst>
          </p:cNvPr>
          <p:cNvSpPr/>
          <p:nvPr/>
        </p:nvSpPr>
        <p:spPr>
          <a:xfrm>
            <a:off x="2983606" y="2511380"/>
            <a:ext cx="2197994" cy="1382333"/>
          </a:xfrm>
          <a:custGeom>
            <a:avLst/>
            <a:gdLst>
              <a:gd name="csX0" fmla="*/ 0 w 2197994"/>
              <a:gd name="csY0" fmla="*/ 240406 h 1382333"/>
              <a:gd name="csX1" fmla="*/ 193183 w 2197994"/>
              <a:gd name="csY1" fmla="*/ 1382333 h 1382333"/>
              <a:gd name="csX2" fmla="*/ 2197994 w 2197994"/>
              <a:gd name="csY2" fmla="*/ 1068947 h 1382333"/>
              <a:gd name="csX3" fmla="*/ 2150771 w 2197994"/>
              <a:gd name="csY3" fmla="*/ 0 h 1382333"/>
              <a:gd name="csX4" fmla="*/ 0 w 2197994"/>
              <a:gd name="csY4" fmla="*/ 240406 h 1382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97994" h="1382333">
                <a:moveTo>
                  <a:pt x="0" y="240406"/>
                </a:moveTo>
                <a:lnTo>
                  <a:pt x="193183" y="1382333"/>
                </a:lnTo>
                <a:lnTo>
                  <a:pt x="2197994" y="1068947"/>
                </a:lnTo>
                <a:lnTo>
                  <a:pt x="2150771" y="0"/>
                </a:lnTo>
                <a:lnTo>
                  <a:pt x="0" y="240406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AB1</a:t>
            </a: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FA8C24B-F5AC-B4EA-5C89-AB24509E1CA2}"/>
              </a:ext>
            </a:extLst>
          </p:cNvPr>
          <p:cNvSpPr/>
          <p:nvPr/>
        </p:nvSpPr>
        <p:spPr>
          <a:xfrm>
            <a:off x="1772992" y="3043707"/>
            <a:ext cx="1416676" cy="1257837"/>
          </a:xfrm>
          <a:custGeom>
            <a:avLst/>
            <a:gdLst>
              <a:gd name="csX0" fmla="*/ 1270715 w 1416676"/>
              <a:gd name="csY0" fmla="*/ 0 h 1257837"/>
              <a:gd name="csX1" fmla="*/ 1416676 w 1416676"/>
              <a:gd name="csY1" fmla="*/ 854299 h 1257837"/>
              <a:gd name="csX2" fmla="*/ 171718 w 1416676"/>
              <a:gd name="csY2" fmla="*/ 1257837 h 1257837"/>
              <a:gd name="csX3" fmla="*/ 0 w 1416676"/>
              <a:gd name="csY3" fmla="*/ 236113 h 1257837"/>
              <a:gd name="csX4" fmla="*/ 1270715 w 1416676"/>
              <a:gd name="csY4" fmla="*/ 0 h 1257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16676" h="1257837">
                <a:moveTo>
                  <a:pt x="1270715" y="0"/>
                </a:moveTo>
                <a:lnTo>
                  <a:pt x="1416676" y="854299"/>
                </a:lnTo>
                <a:lnTo>
                  <a:pt x="171718" y="1257837"/>
                </a:lnTo>
                <a:lnTo>
                  <a:pt x="0" y="236113"/>
                </a:lnTo>
                <a:lnTo>
                  <a:pt x="1270715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AB0</a:t>
            </a: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2016D9-29F7-2F54-7E84-9C1B03855853}"/>
              </a:ext>
            </a:extLst>
          </p:cNvPr>
          <p:cNvSpPr/>
          <p:nvPr/>
        </p:nvSpPr>
        <p:spPr>
          <a:xfrm>
            <a:off x="5130085" y="2386885"/>
            <a:ext cx="1146219" cy="1365160"/>
          </a:xfrm>
          <a:custGeom>
            <a:avLst/>
            <a:gdLst>
              <a:gd name="csX0" fmla="*/ 0 w 1146219"/>
              <a:gd name="csY0" fmla="*/ 8585 h 1365160"/>
              <a:gd name="csX1" fmla="*/ 55808 w 1146219"/>
              <a:gd name="csY1" fmla="*/ 1343695 h 1365160"/>
              <a:gd name="csX2" fmla="*/ 1146219 w 1146219"/>
              <a:gd name="csY2" fmla="*/ 1365160 h 1365160"/>
              <a:gd name="csX3" fmla="*/ 1133340 w 1146219"/>
              <a:gd name="csY3" fmla="*/ 0 h 1365160"/>
              <a:gd name="csX4" fmla="*/ 0 w 1146219"/>
              <a:gd name="csY4" fmla="*/ 8585 h 1365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6219" h="1365160">
                <a:moveTo>
                  <a:pt x="0" y="8585"/>
                </a:moveTo>
                <a:lnTo>
                  <a:pt x="55808" y="1343695"/>
                </a:lnTo>
                <a:lnTo>
                  <a:pt x="1146219" y="1365160"/>
                </a:lnTo>
                <a:lnTo>
                  <a:pt x="1133340" y="0"/>
                </a:lnTo>
                <a:lnTo>
                  <a:pt x="0" y="8585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AB2</a:t>
            </a: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405AA18-5797-D77D-0B8B-06EC4075FD07}"/>
              </a:ext>
            </a:extLst>
          </p:cNvPr>
          <p:cNvSpPr/>
          <p:nvPr/>
        </p:nvSpPr>
        <p:spPr>
          <a:xfrm>
            <a:off x="6267718" y="2592946"/>
            <a:ext cx="2021983" cy="1433848"/>
          </a:xfrm>
          <a:custGeom>
            <a:avLst/>
            <a:gdLst>
              <a:gd name="csX0" fmla="*/ 0 w 2021983"/>
              <a:gd name="csY0" fmla="*/ 0 h 1433848"/>
              <a:gd name="csX1" fmla="*/ 17172 w 2021983"/>
              <a:gd name="csY1" fmla="*/ 1013139 h 1433848"/>
              <a:gd name="csX2" fmla="*/ 1910367 w 2021983"/>
              <a:gd name="csY2" fmla="*/ 1433848 h 1433848"/>
              <a:gd name="csX3" fmla="*/ 2021983 w 2021983"/>
              <a:gd name="csY3" fmla="*/ 244699 h 1433848"/>
              <a:gd name="csX4" fmla="*/ 0 w 2021983"/>
              <a:gd name="csY4" fmla="*/ 0 h 14338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21983" h="1433848">
                <a:moveTo>
                  <a:pt x="0" y="0"/>
                </a:moveTo>
                <a:lnTo>
                  <a:pt x="17172" y="1013139"/>
                </a:lnTo>
                <a:lnTo>
                  <a:pt x="1910367" y="1433848"/>
                </a:lnTo>
                <a:lnTo>
                  <a:pt x="2021983" y="244699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AB3</a:t>
            </a:r>
          </a:p>
          <a:p>
            <a:pPr algn="ctr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66B03A-F0A0-B6AE-DD0E-F62D8969B9BE}"/>
              </a:ext>
            </a:extLst>
          </p:cNvPr>
          <p:cNvSpPr/>
          <p:nvPr/>
        </p:nvSpPr>
        <p:spPr>
          <a:xfrm>
            <a:off x="7970808" y="3109823"/>
            <a:ext cx="1531188" cy="1406105"/>
          </a:xfrm>
          <a:custGeom>
            <a:avLst/>
            <a:gdLst>
              <a:gd name="csX0" fmla="*/ 0 w 1531188"/>
              <a:gd name="csY0" fmla="*/ 832449 h 1406105"/>
              <a:gd name="csX1" fmla="*/ 1332781 w 1531188"/>
              <a:gd name="csY1" fmla="*/ 1406105 h 1406105"/>
              <a:gd name="csX2" fmla="*/ 1531188 w 1531188"/>
              <a:gd name="csY2" fmla="*/ 366622 h 1406105"/>
              <a:gd name="csX3" fmla="*/ 159588 w 1531188"/>
              <a:gd name="csY3" fmla="*/ 0 h 1406105"/>
              <a:gd name="csX4" fmla="*/ 0 w 1531188"/>
              <a:gd name="csY4" fmla="*/ 832449 h 1406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31188" h="1406105">
                <a:moveTo>
                  <a:pt x="0" y="832449"/>
                </a:moveTo>
                <a:lnTo>
                  <a:pt x="1332781" y="1406105"/>
                </a:lnTo>
                <a:lnTo>
                  <a:pt x="1531188" y="366622"/>
                </a:lnTo>
                <a:lnTo>
                  <a:pt x="159588" y="0"/>
                </a:lnTo>
                <a:lnTo>
                  <a:pt x="0" y="832449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AB4</a:t>
            </a:r>
          </a:p>
          <a:p>
            <a:pPr algn="ctr"/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FBC6FC8-871D-F6FB-1846-263713233B3F}"/>
              </a:ext>
            </a:extLst>
          </p:cNvPr>
          <p:cNvSpPr/>
          <p:nvPr/>
        </p:nvSpPr>
        <p:spPr>
          <a:xfrm>
            <a:off x="9182819" y="3463506"/>
            <a:ext cx="1518249" cy="1699403"/>
          </a:xfrm>
          <a:custGeom>
            <a:avLst/>
            <a:gdLst>
              <a:gd name="csX0" fmla="*/ 228600 w 1518249"/>
              <a:gd name="csY0" fmla="*/ 0 h 1699403"/>
              <a:gd name="csX1" fmla="*/ 0 w 1518249"/>
              <a:gd name="csY1" fmla="*/ 970471 h 1699403"/>
              <a:gd name="csX2" fmla="*/ 1207698 w 1518249"/>
              <a:gd name="csY2" fmla="*/ 1699403 h 1699403"/>
              <a:gd name="csX3" fmla="*/ 1518249 w 1518249"/>
              <a:gd name="csY3" fmla="*/ 496019 h 1699403"/>
              <a:gd name="csX4" fmla="*/ 228600 w 1518249"/>
              <a:gd name="csY4" fmla="*/ 0 h 1699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18249" h="1699403">
                <a:moveTo>
                  <a:pt x="228600" y="0"/>
                </a:moveTo>
                <a:lnTo>
                  <a:pt x="0" y="970471"/>
                </a:lnTo>
                <a:lnTo>
                  <a:pt x="1207698" y="1699403"/>
                </a:lnTo>
                <a:lnTo>
                  <a:pt x="1518249" y="496019"/>
                </a:lnTo>
                <a:lnTo>
                  <a:pt x="228600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AB5</a:t>
            </a:r>
          </a:p>
          <a:p>
            <a:pPr algn="ctr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1226AD-F682-F46A-9488-39DFAD0EC6BE}"/>
              </a:ext>
            </a:extLst>
          </p:cNvPr>
          <p:cNvSpPr/>
          <p:nvPr/>
        </p:nvSpPr>
        <p:spPr>
          <a:xfrm>
            <a:off x="1925955" y="3489960"/>
            <a:ext cx="480060" cy="521970"/>
          </a:xfrm>
          <a:custGeom>
            <a:avLst/>
            <a:gdLst>
              <a:gd name="csX0" fmla="*/ 480060 w 480060"/>
              <a:gd name="csY0" fmla="*/ 398145 h 521970"/>
              <a:gd name="csX1" fmla="*/ 97155 w 480060"/>
              <a:gd name="csY1" fmla="*/ 521970 h 521970"/>
              <a:gd name="csX2" fmla="*/ 0 w 480060"/>
              <a:gd name="csY2" fmla="*/ 100965 h 521970"/>
              <a:gd name="csX3" fmla="*/ 394335 w 480060"/>
              <a:gd name="csY3" fmla="*/ 0 h 521970"/>
              <a:gd name="csX4" fmla="*/ 480060 w 480060"/>
              <a:gd name="csY4" fmla="*/ 398145 h 521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0060" h="521970">
                <a:moveTo>
                  <a:pt x="480060" y="398145"/>
                </a:moveTo>
                <a:lnTo>
                  <a:pt x="97155" y="521970"/>
                </a:lnTo>
                <a:lnTo>
                  <a:pt x="0" y="100965"/>
                </a:lnTo>
                <a:lnTo>
                  <a:pt x="394335" y="0"/>
                </a:lnTo>
                <a:lnTo>
                  <a:pt x="480060" y="398145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AC0</a:t>
            </a:r>
            <a:endParaRPr lang="pt-PT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FF92148-6F12-AE75-A7FF-D1B79E9C0E1F}"/>
              </a:ext>
            </a:extLst>
          </p:cNvPr>
          <p:cNvSpPr/>
          <p:nvPr/>
        </p:nvSpPr>
        <p:spPr>
          <a:xfrm>
            <a:off x="2918460" y="3202305"/>
            <a:ext cx="535305" cy="645795"/>
          </a:xfrm>
          <a:custGeom>
            <a:avLst/>
            <a:gdLst>
              <a:gd name="csX0" fmla="*/ 0 w 535305"/>
              <a:gd name="csY0" fmla="*/ 83820 h 645795"/>
              <a:gd name="csX1" fmla="*/ 114300 w 535305"/>
              <a:gd name="csY1" fmla="*/ 645795 h 645795"/>
              <a:gd name="csX2" fmla="*/ 535305 w 535305"/>
              <a:gd name="csY2" fmla="*/ 556260 h 645795"/>
              <a:gd name="csX3" fmla="*/ 421005 w 535305"/>
              <a:gd name="csY3" fmla="*/ 0 h 645795"/>
              <a:gd name="csX4" fmla="*/ 0 w 535305"/>
              <a:gd name="csY4" fmla="*/ 83820 h 6457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5305" h="645795">
                <a:moveTo>
                  <a:pt x="0" y="83820"/>
                </a:moveTo>
                <a:lnTo>
                  <a:pt x="114300" y="645795"/>
                </a:lnTo>
                <a:lnTo>
                  <a:pt x="535305" y="556260"/>
                </a:lnTo>
                <a:lnTo>
                  <a:pt x="421005" y="0"/>
                </a:lnTo>
                <a:lnTo>
                  <a:pt x="0" y="83820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AC1</a:t>
            </a:r>
            <a:endParaRPr lang="pt-PT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8BF4EE6-B2BD-43B0-279C-DE26F675B4CE}"/>
              </a:ext>
            </a:extLst>
          </p:cNvPr>
          <p:cNvSpPr/>
          <p:nvPr/>
        </p:nvSpPr>
        <p:spPr>
          <a:xfrm>
            <a:off x="3619500" y="3032760"/>
            <a:ext cx="478155" cy="457200"/>
          </a:xfrm>
          <a:custGeom>
            <a:avLst/>
            <a:gdLst>
              <a:gd name="csX0" fmla="*/ 0 w 478155"/>
              <a:gd name="csY0" fmla="*/ 51435 h 457200"/>
              <a:gd name="csX1" fmla="*/ 66675 w 478155"/>
              <a:gd name="csY1" fmla="*/ 457200 h 457200"/>
              <a:gd name="csX2" fmla="*/ 478155 w 478155"/>
              <a:gd name="csY2" fmla="*/ 401955 h 457200"/>
              <a:gd name="csX3" fmla="*/ 421005 w 478155"/>
              <a:gd name="csY3" fmla="*/ 0 h 457200"/>
              <a:gd name="csX4" fmla="*/ 0 w 478155"/>
              <a:gd name="csY4" fmla="*/ 51435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8155" h="457200">
                <a:moveTo>
                  <a:pt x="0" y="51435"/>
                </a:moveTo>
                <a:lnTo>
                  <a:pt x="66675" y="457200"/>
                </a:lnTo>
                <a:lnTo>
                  <a:pt x="478155" y="401955"/>
                </a:lnTo>
                <a:lnTo>
                  <a:pt x="421005" y="0"/>
                </a:lnTo>
                <a:lnTo>
                  <a:pt x="0" y="51435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AC2</a:t>
            </a:r>
            <a:endParaRPr lang="pt-PT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5C3F99E-94E5-08BA-B702-6042ADDC15C6}"/>
              </a:ext>
            </a:extLst>
          </p:cNvPr>
          <p:cNvSpPr/>
          <p:nvPr/>
        </p:nvSpPr>
        <p:spPr>
          <a:xfrm>
            <a:off x="4612005" y="3006090"/>
            <a:ext cx="388620" cy="388620"/>
          </a:xfrm>
          <a:custGeom>
            <a:avLst/>
            <a:gdLst>
              <a:gd name="csX0" fmla="*/ 0 w 388620"/>
              <a:gd name="csY0" fmla="*/ 9525 h 388620"/>
              <a:gd name="csX1" fmla="*/ 17145 w 388620"/>
              <a:gd name="csY1" fmla="*/ 388620 h 388620"/>
              <a:gd name="csX2" fmla="*/ 388620 w 388620"/>
              <a:gd name="csY2" fmla="*/ 384810 h 388620"/>
              <a:gd name="csX3" fmla="*/ 371475 w 388620"/>
              <a:gd name="csY3" fmla="*/ 0 h 388620"/>
              <a:gd name="csX4" fmla="*/ 0 w 388620"/>
              <a:gd name="csY4" fmla="*/ 9525 h 3886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8620" h="388620">
                <a:moveTo>
                  <a:pt x="0" y="9525"/>
                </a:moveTo>
                <a:lnTo>
                  <a:pt x="17145" y="388620"/>
                </a:lnTo>
                <a:lnTo>
                  <a:pt x="388620" y="384810"/>
                </a:lnTo>
                <a:lnTo>
                  <a:pt x="371475" y="0"/>
                </a:lnTo>
                <a:lnTo>
                  <a:pt x="0" y="9525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AC3</a:t>
            </a:r>
            <a:endParaRPr lang="pt-PT" sz="10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0EF80F-0563-6ADA-6127-2433F3813BA1}"/>
              </a:ext>
            </a:extLst>
          </p:cNvPr>
          <p:cNvSpPr/>
          <p:nvPr/>
        </p:nvSpPr>
        <p:spPr>
          <a:xfrm>
            <a:off x="5568315" y="3164205"/>
            <a:ext cx="304800" cy="295275"/>
          </a:xfrm>
          <a:custGeom>
            <a:avLst/>
            <a:gdLst>
              <a:gd name="csX0" fmla="*/ 0 w 304800"/>
              <a:gd name="csY0" fmla="*/ 1905 h 295275"/>
              <a:gd name="csX1" fmla="*/ 5715 w 304800"/>
              <a:gd name="csY1" fmla="*/ 295275 h 295275"/>
              <a:gd name="csX2" fmla="*/ 304800 w 304800"/>
              <a:gd name="csY2" fmla="*/ 295275 h 295275"/>
              <a:gd name="csX3" fmla="*/ 297180 w 304800"/>
              <a:gd name="csY3" fmla="*/ 0 h 295275"/>
              <a:gd name="csX4" fmla="*/ 0 w 304800"/>
              <a:gd name="csY4" fmla="*/ 1905 h 295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4800" h="295275">
                <a:moveTo>
                  <a:pt x="0" y="1905"/>
                </a:moveTo>
                <a:lnTo>
                  <a:pt x="5715" y="295275"/>
                </a:lnTo>
                <a:lnTo>
                  <a:pt x="304800" y="295275"/>
                </a:lnTo>
                <a:lnTo>
                  <a:pt x="297180" y="0"/>
                </a:lnTo>
                <a:lnTo>
                  <a:pt x="0" y="1905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AC4</a:t>
            </a:r>
            <a:endParaRPr lang="pt-PT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76A0EA4-DEBA-C492-500B-BC433B369AB9}"/>
              </a:ext>
            </a:extLst>
          </p:cNvPr>
          <p:cNvSpPr/>
          <p:nvPr/>
        </p:nvSpPr>
        <p:spPr>
          <a:xfrm>
            <a:off x="6410325" y="3030855"/>
            <a:ext cx="651510" cy="518160"/>
          </a:xfrm>
          <a:custGeom>
            <a:avLst/>
            <a:gdLst>
              <a:gd name="csX0" fmla="*/ 1905 w 651510"/>
              <a:gd name="csY0" fmla="*/ 0 h 518160"/>
              <a:gd name="csX1" fmla="*/ 0 w 651510"/>
              <a:gd name="csY1" fmla="*/ 428625 h 518160"/>
              <a:gd name="csX2" fmla="*/ 651510 w 651510"/>
              <a:gd name="csY2" fmla="*/ 518160 h 518160"/>
              <a:gd name="csX3" fmla="*/ 649605 w 651510"/>
              <a:gd name="csY3" fmla="*/ 116205 h 518160"/>
              <a:gd name="csX4" fmla="*/ 1905 w 651510"/>
              <a:gd name="csY4" fmla="*/ 0 h 518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51510" h="518160">
                <a:moveTo>
                  <a:pt x="1905" y="0"/>
                </a:moveTo>
                <a:lnTo>
                  <a:pt x="0" y="428625"/>
                </a:lnTo>
                <a:lnTo>
                  <a:pt x="651510" y="518160"/>
                </a:lnTo>
                <a:lnTo>
                  <a:pt x="649605" y="116205"/>
                </a:lnTo>
                <a:lnTo>
                  <a:pt x="1905" y="0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AC5</a:t>
            </a: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B385596-A1E7-F214-0321-78ED205C1606}"/>
              </a:ext>
            </a:extLst>
          </p:cNvPr>
          <p:cNvSpPr/>
          <p:nvPr/>
        </p:nvSpPr>
        <p:spPr>
          <a:xfrm>
            <a:off x="7042785" y="2929890"/>
            <a:ext cx="428625" cy="342900"/>
          </a:xfrm>
          <a:custGeom>
            <a:avLst/>
            <a:gdLst>
              <a:gd name="csX0" fmla="*/ 0 w 428625"/>
              <a:gd name="csY0" fmla="*/ 0 h 342900"/>
              <a:gd name="csX1" fmla="*/ 5715 w 428625"/>
              <a:gd name="csY1" fmla="*/ 285750 h 342900"/>
              <a:gd name="csX2" fmla="*/ 428625 w 428625"/>
              <a:gd name="csY2" fmla="*/ 342900 h 342900"/>
              <a:gd name="csX3" fmla="*/ 421005 w 428625"/>
              <a:gd name="csY3" fmla="*/ 30480 h 342900"/>
              <a:gd name="csX4" fmla="*/ 0 w 428625"/>
              <a:gd name="csY4" fmla="*/ 0 h 342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8625" h="342900">
                <a:moveTo>
                  <a:pt x="0" y="0"/>
                </a:moveTo>
                <a:lnTo>
                  <a:pt x="5715" y="285750"/>
                </a:lnTo>
                <a:lnTo>
                  <a:pt x="428625" y="342900"/>
                </a:lnTo>
                <a:lnTo>
                  <a:pt x="421005" y="304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AC6</a:t>
            </a:r>
            <a:endParaRPr lang="pt-PT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427BC53-F6E9-928B-E963-3E3FFD342663}"/>
              </a:ext>
            </a:extLst>
          </p:cNvPr>
          <p:cNvSpPr/>
          <p:nvPr/>
        </p:nvSpPr>
        <p:spPr>
          <a:xfrm>
            <a:off x="7488555" y="3291840"/>
            <a:ext cx="624840" cy="405765"/>
          </a:xfrm>
          <a:custGeom>
            <a:avLst/>
            <a:gdLst>
              <a:gd name="csX0" fmla="*/ 20955 w 624840"/>
              <a:gd name="csY0" fmla="*/ 0 h 405765"/>
              <a:gd name="csX1" fmla="*/ 0 w 624840"/>
              <a:gd name="csY1" fmla="*/ 270510 h 405765"/>
              <a:gd name="csX2" fmla="*/ 584835 w 624840"/>
              <a:gd name="csY2" fmla="*/ 405765 h 405765"/>
              <a:gd name="csX3" fmla="*/ 624840 w 624840"/>
              <a:gd name="csY3" fmla="*/ 80010 h 405765"/>
              <a:gd name="csX4" fmla="*/ 20955 w 624840"/>
              <a:gd name="csY4" fmla="*/ 0 h 4057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4840" h="405765">
                <a:moveTo>
                  <a:pt x="20955" y="0"/>
                </a:moveTo>
                <a:lnTo>
                  <a:pt x="0" y="270510"/>
                </a:lnTo>
                <a:lnTo>
                  <a:pt x="584835" y="405765"/>
                </a:lnTo>
                <a:lnTo>
                  <a:pt x="624840" y="80010"/>
                </a:lnTo>
                <a:lnTo>
                  <a:pt x="20955" y="0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AC7</a:t>
            </a:r>
            <a:endParaRPr lang="pt-PT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245FE7E-C543-7FEC-1275-CE676297C0D1}"/>
              </a:ext>
            </a:extLst>
          </p:cNvPr>
          <p:cNvSpPr/>
          <p:nvPr/>
        </p:nvSpPr>
        <p:spPr>
          <a:xfrm>
            <a:off x="8587740" y="3766185"/>
            <a:ext cx="278130" cy="295275"/>
          </a:xfrm>
          <a:custGeom>
            <a:avLst/>
            <a:gdLst>
              <a:gd name="csX0" fmla="*/ 38100 w 278130"/>
              <a:gd name="csY0" fmla="*/ 0 h 295275"/>
              <a:gd name="csX1" fmla="*/ 0 w 278130"/>
              <a:gd name="csY1" fmla="*/ 236220 h 295275"/>
              <a:gd name="csX2" fmla="*/ 238125 w 278130"/>
              <a:gd name="csY2" fmla="*/ 295275 h 295275"/>
              <a:gd name="csX3" fmla="*/ 278130 w 278130"/>
              <a:gd name="csY3" fmla="*/ 51435 h 295275"/>
              <a:gd name="csX4" fmla="*/ 38100 w 278130"/>
              <a:gd name="csY4" fmla="*/ 0 h 295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8130" h="295275">
                <a:moveTo>
                  <a:pt x="38100" y="0"/>
                </a:moveTo>
                <a:lnTo>
                  <a:pt x="0" y="236220"/>
                </a:lnTo>
                <a:lnTo>
                  <a:pt x="238125" y="295275"/>
                </a:lnTo>
                <a:lnTo>
                  <a:pt x="278130" y="51435"/>
                </a:lnTo>
                <a:lnTo>
                  <a:pt x="38100" y="0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AC8</a:t>
            </a:r>
            <a:endParaRPr lang="pt-PT" sz="6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04D1D-1311-785C-BFC8-B45DC5DB992E}"/>
              </a:ext>
            </a:extLst>
          </p:cNvPr>
          <p:cNvSpPr/>
          <p:nvPr/>
        </p:nvSpPr>
        <p:spPr>
          <a:xfrm>
            <a:off x="8943975" y="3550920"/>
            <a:ext cx="415290" cy="609600"/>
          </a:xfrm>
          <a:custGeom>
            <a:avLst/>
            <a:gdLst>
              <a:gd name="csX0" fmla="*/ 95250 w 415290"/>
              <a:gd name="csY0" fmla="*/ 0 h 609600"/>
              <a:gd name="csX1" fmla="*/ 0 w 415290"/>
              <a:gd name="csY1" fmla="*/ 464820 h 609600"/>
              <a:gd name="csX2" fmla="*/ 306705 w 415290"/>
              <a:gd name="csY2" fmla="*/ 609600 h 609600"/>
              <a:gd name="csX3" fmla="*/ 415290 w 415290"/>
              <a:gd name="csY3" fmla="*/ 81915 h 609600"/>
              <a:gd name="csX4" fmla="*/ 95250 w 415290"/>
              <a:gd name="csY4" fmla="*/ 0 h 60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5290" h="609600">
                <a:moveTo>
                  <a:pt x="95250" y="0"/>
                </a:moveTo>
                <a:lnTo>
                  <a:pt x="0" y="464820"/>
                </a:lnTo>
                <a:lnTo>
                  <a:pt x="306705" y="609600"/>
                </a:lnTo>
                <a:lnTo>
                  <a:pt x="415290" y="81915"/>
                </a:lnTo>
                <a:lnTo>
                  <a:pt x="95250" y="0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AC9</a:t>
            </a:r>
            <a:endParaRPr lang="pt-PT" sz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0C2434A-6106-D17F-DC28-8C405386AE6F}"/>
              </a:ext>
            </a:extLst>
          </p:cNvPr>
          <p:cNvSpPr/>
          <p:nvPr/>
        </p:nvSpPr>
        <p:spPr>
          <a:xfrm>
            <a:off x="9370695" y="3954780"/>
            <a:ext cx="314325" cy="430530"/>
          </a:xfrm>
          <a:custGeom>
            <a:avLst/>
            <a:gdLst>
              <a:gd name="csX0" fmla="*/ 70485 w 314325"/>
              <a:gd name="csY0" fmla="*/ 0 h 430530"/>
              <a:gd name="csX1" fmla="*/ 0 w 314325"/>
              <a:gd name="csY1" fmla="*/ 321945 h 430530"/>
              <a:gd name="csX2" fmla="*/ 220980 w 314325"/>
              <a:gd name="csY2" fmla="*/ 430530 h 430530"/>
              <a:gd name="csX3" fmla="*/ 314325 w 314325"/>
              <a:gd name="csY3" fmla="*/ 89535 h 430530"/>
              <a:gd name="csX4" fmla="*/ 70485 w 314325"/>
              <a:gd name="csY4" fmla="*/ 0 h 4305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4325" h="430530">
                <a:moveTo>
                  <a:pt x="70485" y="0"/>
                </a:moveTo>
                <a:lnTo>
                  <a:pt x="0" y="321945"/>
                </a:lnTo>
                <a:lnTo>
                  <a:pt x="220980" y="430530"/>
                </a:lnTo>
                <a:lnTo>
                  <a:pt x="314325" y="89535"/>
                </a:lnTo>
                <a:lnTo>
                  <a:pt x="70485" y="0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AC10</a:t>
            </a:r>
            <a:endParaRPr lang="pt-PT" sz="80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FA6771A-08D8-F417-9E97-1C60C50F200E}"/>
              </a:ext>
            </a:extLst>
          </p:cNvPr>
          <p:cNvSpPr/>
          <p:nvPr/>
        </p:nvSpPr>
        <p:spPr>
          <a:xfrm>
            <a:off x="9892665" y="4213860"/>
            <a:ext cx="352425" cy="325755"/>
          </a:xfrm>
          <a:custGeom>
            <a:avLst/>
            <a:gdLst>
              <a:gd name="csX0" fmla="*/ 62865 w 352425"/>
              <a:gd name="csY0" fmla="*/ 0 h 325755"/>
              <a:gd name="csX1" fmla="*/ 0 w 352425"/>
              <a:gd name="csY1" fmla="*/ 198120 h 325755"/>
              <a:gd name="csX2" fmla="*/ 278130 w 352425"/>
              <a:gd name="csY2" fmla="*/ 325755 h 325755"/>
              <a:gd name="csX3" fmla="*/ 352425 w 352425"/>
              <a:gd name="csY3" fmla="*/ 99060 h 325755"/>
              <a:gd name="csX4" fmla="*/ 62865 w 352425"/>
              <a:gd name="csY4" fmla="*/ 0 h 3257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425" h="325755">
                <a:moveTo>
                  <a:pt x="62865" y="0"/>
                </a:moveTo>
                <a:lnTo>
                  <a:pt x="0" y="198120"/>
                </a:lnTo>
                <a:lnTo>
                  <a:pt x="278130" y="325755"/>
                </a:lnTo>
                <a:lnTo>
                  <a:pt x="352425" y="99060"/>
                </a:lnTo>
                <a:lnTo>
                  <a:pt x="62865" y="0"/>
                </a:lnTo>
                <a:close/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AC</a:t>
            </a:r>
          </a:p>
          <a:p>
            <a:pPr algn="ctr"/>
            <a:r>
              <a:rPr lang="en-US" sz="700" dirty="0"/>
              <a:t>11</a:t>
            </a:r>
            <a:endParaRPr lang="pt-PT" sz="7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CDE12C-FF73-9D5E-91DC-E8B3E67BF23D}"/>
              </a:ext>
            </a:extLst>
          </p:cNvPr>
          <p:cNvCxnSpPr>
            <a:cxnSpLocks/>
          </p:cNvCxnSpPr>
          <p:nvPr/>
        </p:nvCxnSpPr>
        <p:spPr>
          <a:xfrm flipH="1">
            <a:off x="5330157" y="3727294"/>
            <a:ext cx="358948" cy="125282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0D764F0-9821-63B5-C71C-64BDE25196AC}"/>
              </a:ext>
            </a:extLst>
          </p:cNvPr>
          <p:cNvSpPr/>
          <p:nvPr/>
        </p:nvSpPr>
        <p:spPr>
          <a:xfrm>
            <a:off x="5557914" y="3614956"/>
            <a:ext cx="267559" cy="26680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319868F-DBEE-4F45-5B2C-E962644FBC1C}"/>
              </a:ext>
            </a:extLst>
          </p:cNvPr>
          <p:cNvSpPr/>
          <p:nvPr/>
        </p:nvSpPr>
        <p:spPr>
          <a:xfrm>
            <a:off x="5077732" y="4170045"/>
            <a:ext cx="1146219" cy="259800"/>
          </a:xfrm>
          <a:custGeom>
            <a:avLst/>
            <a:gdLst>
              <a:gd name="csX0" fmla="*/ 0 w 1146219"/>
              <a:gd name="csY0" fmla="*/ 8585 h 1365160"/>
              <a:gd name="csX1" fmla="*/ 55808 w 1146219"/>
              <a:gd name="csY1" fmla="*/ 1343695 h 1365160"/>
              <a:gd name="csX2" fmla="*/ 1146219 w 1146219"/>
              <a:gd name="csY2" fmla="*/ 1365160 h 1365160"/>
              <a:gd name="csX3" fmla="*/ 1133340 w 1146219"/>
              <a:gd name="csY3" fmla="*/ 0 h 1365160"/>
              <a:gd name="csX4" fmla="*/ 0 w 1146219"/>
              <a:gd name="csY4" fmla="*/ 8585 h 1365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6219" h="1365160">
                <a:moveTo>
                  <a:pt x="0" y="8585"/>
                </a:moveTo>
                <a:lnTo>
                  <a:pt x="55808" y="1343695"/>
                </a:lnTo>
                <a:lnTo>
                  <a:pt x="1146219" y="1365160"/>
                </a:lnTo>
                <a:lnTo>
                  <a:pt x="1133340" y="0"/>
                </a:lnTo>
                <a:lnTo>
                  <a:pt x="0" y="8585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endParaRPr lang="pt-PT" sz="24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9024B24-5EE2-122E-1101-AD36BB8DE37E}"/>
              </a:ext>
            </a:extLst>
          </p:cNvPr>
          <p:cNvSpPr/>
          <p:nvPr/>
        </p:nvSpPr>
        <p:spPr>
          <a:xfrm>
            <a:off x="6083708" y="3814682"/>
            <a:ext cx="1146219" cy="259800"/>
          </a:xfrm>
          <a:custGeom>
            <a:avLst/>
            <a:gdLst>
              <a:gd name="csX0" fmla="*/ 0 w 1146219"/>
              <a:gd name="csY0" fmla="*/ 8585 h 1365160"/>
              <a:gd name="csX1" fmla="*/ 55808 w 1146219"/>
              <a:gd name="csY1" fmla="*/ 1343695 h 1365160"/>
              <a:gd name="csX2" fmla="*/ 1146219 w 1146219"/>
              <a:gd name="csY2" fmla="*/ 1365160 h 1365160"/>
              <a:gd name="csX3" fmla="*/ 1133340 w 1146219"/>
              <a:gd name="csY3" fmla="*/ 0 h 1365160"/>
              <a:gd name="csX4" fmla="*/ 0 w 1146219"/>
              <a:gd name="csY4" fmla="*/ 8585 h 1365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6219" h="1365160">
                <a:moveTo>
                  <a:pt x="0" y="8585"/>
                </a:moveTo>
                <a:lnTo>
                  <a:pt x="55808" y="1343695"/>
                </a:lnTo>
                <a:lnTo>
                  <a:pt x="1146219" y="1365160"/>
                </a:lnTo>
                <a:lnTo>
                  <a:pt x="1133340" y="0"/>
                </a:lnTo>
                <a:lnTo>
                  <a:pt x="0" y="8585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endParaRPr lang="pt-PT" sz="24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C388380-E9B9-5929-ED1B-9E6AEDC38E59}"/>
              </a:ext>
            </a:extLst>
          </p:cNvPr>
          <p:cNvSpPr/>
          <p:nvPr/>
        </p:nvSpPr>
        <p:spPr>
          <a:xfrm>
            <a:off x="4123534" y="3605159"/>
            <a:ext cx="1146219" cy="259800"/>
          </a:xfrm>
          <a:custGeom>
            <a:avLst/>
            <a:gdLst>
              <a:gd name="csX0" fmla="*/ 0 w 1146219"/>
              <a:gd name="csY0" fmla="*/ 8585 h 1365160"/>
              <a:gd name="csX1" fmla="*/ 55808 w 1146219"/>
              <a:gd name="csY1" fmla="*/ 1343695 h 1365160"/>
              <a:gd name="csX2" fmla="*/ 1146219 w 1146219"/>
              <a:gd name="csY2" fmla="*/ 1365160 h 1365160"/>
              <a:gd name="csX3" fmla="*/ 1133340 w 1146219"/>
              <a:gd name="csY3" fmla="*/ 0 h 1365160"/>
              <a:gd name="csX4" fmla="*/ 0 w 1146219"/>
              <a:gd name="csY4" fmla="*/ 8585 h 1365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6219" h="1365160">
                <a:moveTo>
                  <a:pt x="0" y="8585"/>
                </a:moveTo>
                <a:lnTo>
                  <a:pt x="55808" y="1343695"/>
                </a:lnTo>
                <a:lnTo>
                  <a:pt x="1146219" y="1365160"/>
                </a:lnTo>
                <a:lnTo>
                  <a:pt x="1133340" y="0"/>
                </a:lnTo>
                <a:lnTo>
                  <a:pt x="0" y="8585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-x</a:t>
            </a:r>
            <a:endParaRPr lang="pt-PT" sz="24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DB5BFA4A-05E1-A09E-CE7B-FA0EB527750C}"/>
              </a:ext>
            </a:extLst>
          </p:cNvPr>
          <p:cNvSpPr/>
          <p:nvPr/>
        </p:nvSpPr>
        <p:spPr>
          <a:xfrm>
            <a:off x="5252363" y="2597599"/>
            <a:ext cx="1146219" cy="259800"/>
          </a:xfrm>
          <a:custGeom>
            <a:avLst/>
            <a:gdLst>
              <a:gd name="csX0" fmla="*/ 0 w 1146219"/>
              <a:gd name="csY0" fmla="*/ 8585 h 1365160"/>
              <a:gd name="csX1" fmla="*/ 55808 w 1146219"/>
              <a:gd name="csY1" fmla="*/ 1343695 h 1365160"/>
              <a:gd name="csX2" fmla="*/ 1146219 w 1146219"/>
              <a:gd name="csY2" fmla="*/ 1365160 h 1365160"/>
              <a:gd name="csX3" fmla="*/ 1133340 w 1146219"/>
              <a:gd name="csY3" fmla="*/ 0 h 1365160"/>
              <a:gd name="csX4" fmla="*/ 0 w 1146219"/>
              <a:gd name="csY4" fmla="*/ 8585 h 1365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6219" h="1365160">
                <a:moveTo>
                  <a:pt x="0" y="8585"/>
                </a:moveTo>
                <a:lnTo>
                  <a:pt x="55808" y="1343695"/>
                </a:lnTo>
                <a:lnTo>
                  <a:pt x="1146219" y="1365160"/>
                </a:lnTo>
                <a:lnTo>
                  <a:pt x="1133340" y="0"/>
                </a:lnTo>
                <a:lnTo>
                  <a:pt x="0" y="8585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endParaRPr lang="pt-PT" sz="24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588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6302E-9CC5-8202-39B6-F4211090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42E2A-AB89-38CA-B590-3D592FF80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confirmer </a:t>
            </a:r>
            <a:r>
              <a:rPr lang="en-US" dirty="0" err="1"/>
              <a:t>cood</a:t>
            </a:r>
            <a:r>
              <a:rPr lang="en-US" dirty="0"/>
              <a:t> no unity including rotation</a:t>
            </a:r>
            <a:endParaRPr lang="pt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59F24-5874-D5ED-24D1-0276EC7DF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427" y="2339544"/>
            <a:ext cx="5501884" cy="451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10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34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Silva</dc:creator>
  <cp:lastModifiedBy>Francisco Silva</cp:lastModifiedBy>
  <cp:revision>3</cp:revision>
  <dcterms:created xsi:type="dcterms:W3CDTF">2026-05-21T15:29:13Z</dcterms:created>
  <dcterms:modified xsi:type="dcterms:W3CDTF">2026-05-22T01:59:18Z</dcterms:modified>
</cp:coreProperties>
</file>